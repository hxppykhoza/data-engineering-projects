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Segmentation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Dashboard Project</a:t>
            </a:r>
          </a:p>
          <a:p>
            <a:r>
              <a:t>Week 10 – Segmentation &amp; Grouping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Week-10-Customer-Segmentation</a:t>
            </a:r>
          </a:p>
          <a:p>
            <a:r>
              <a:t>• Total Records: 400 customers</a:t>
            </a:r>
          </a:p>
          <a:p>
            <a:r>
              <a:t>• Columns: CustomerID, Age, Income, Spend, Region</a:t>
            </a:r>
          </a:p>
          <a:p>
            <a:r>
              <a:t>• Data Types: Numeric (Age, Income, Spend) and Categorical (CustomerID, Region)</a:t>
            </a:r>
          </a:p>
          <a:p>
            <a:r>
              <a:t>• No missing values detected in the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&amp; Grouping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imported into Power BI for analysis</a:t>
            </a:r>
          </a:p>
          <a:p>
            <a:r>
              <a:t>• Checked data types and validated numerical ranges</a:t>
            </a:r>
          </a:p>
          <a:p>
            <a:r>
              <a:t>• Created Age Group bins to categorize customers</a:t>
            </a:r>
          </a:p>
          <a:p>
            <a:r>
              <a:t>• Age Groups: 18–25, 26–35, 36–45, 46+</a:t>
            </a:r>
          </a:p>
          <a:p>
            <a:r>
              <a:t>• Grouping helps analyze spending behavior by demographic segments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 Logic (DAX)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were segmented using a calculated column in DAX:</a:t>
            </a:r>
          </a:p>
          <a:p/>
          <a:p>
            <a:r>
              <a:t>Low Spender: Spend &lt; 3000</a:t>
            </a:r>
          </a:p>
          <a:p>
            <a:r>
              <a:t>Medium Spender: Spend between 3000 and 8000</a:t>
            </a:r>
          </a:p>
          <a:p>
            <a:r>
              <a:t>High Spender: Spend &gt; 8000</a:t>
            </a:r>
          </a:p>
          <a:p/>
          <a:p>
            <a:r>
              <a:t>This segmentation helps identify high-value customers and target marketing strategies.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Dashboard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Visualizations created in Power BI:</a:t>
            </a:r>
          </a:p>
          <a:p/>
          <a:p>
            <a:r>
              <a:t>• Spend by Segment (Column Chart)</a:t>
            </a:r>
          </a:p>
          <a:p>
            <a:r>
              <a:t>• Customers by Region (Pie / Bar Chart)</a:t>
            </a:r>
          </a:p>
          <a:p>
            <a:r>
              <a:t>• Segment Slicer for interactive filtering</a:t>
            </a:r>
          </a:p>
          <a:p>
            <a:r>
              <a:t>• Tooltips displaying additional metrics like Average Spend and Customer 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spenders contribute the largest share of total revenue</a:t>
            </a:r>
          </a:p>
          <a:p>
            <a:r>
              <a:t>• Customer distribution varies across regions</a:t>
            </a:r>
          </a:p>
          <a:p>
            <a:r>
              <a:t>• Medium spenders represent an opportunity for growth</a:t>
            </a:r>
          </a:p>
          <a:p>
            <a:r>
              <a:t>• Interactive filtering allows deeper exploration of spending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 loyalty programs to retain high spenders</a:t>
            </a:r>
          </a:p>
          <a:p>
            <a:r>
              <a:t>• Target medium spenders with promotional offers</a:t>
            </a:r>
          </a:p>
          <a:p>
            <a:r>
              <a:t>• Use regional insights to focus marketing campaigns</a:t>
            </a:r>
          </a:p>
          <a:p>
            <a:r>
              <a:t>• Continue monitoring spending behavior using interactive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