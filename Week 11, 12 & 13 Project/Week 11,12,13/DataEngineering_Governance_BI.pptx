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Sales by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(R)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357287</c:v>
                </c:pt>
                <c:pt idx="1">
                  <c:v>364973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Sales by Region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(R)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South</c:v>
                  </c:pt>
                  <c:pt idx="1">
                    <c:v>West</c:v>
                  </c:pt>
                  <c:pt idx="2">
                    <c:v>East</c:v>
                  </c:pt>
                  <c:pt idx="3">
                    <c:v>North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211415</c:v>
                </c:pt>
                <c:pt idx="1">
                  <c:v>180645</c:v>
                </c:pt>
                <c:pt idx="2">
                  <c:v>171800</c:v>
                </c:pt>
                <c:pt idx="3">
                  <c:v>158400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Revenue by Department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HR</c:v>
                  </c:pt>
                  <c:pt idx="1">
                    <c:v>Sales</c:v>
                  </c:pt>
                  <c:pt idx="2">
                    <c:v>IT</c:v>
                  </c:pt>
                  <c:pt idx="3">
                    <c:v>Finance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3336309</c:v>
                </c:pt>
                <c:pt idx="1">
                  <c:v>3244618</c:v>
                </c:pt>
                <c:pt idx="2">
                  <c:v>3105353</c:v>
                </c:pt>
                <c:pt idx="3">
                  <c:v>2440673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EF2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Revenue by Region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West</c:v>
                </c:pt>
                <c:pt idx="2">
                  <c:v>East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3395280</c:v>
                </c:pt>
                <c:pt idx="1">
                  <c:v>2999771</c:v>
                </c:pt>
                <c:pt idx="2">
                  <c:v>2884878</c:v>
                </c:pt>
                <c:pt idx="3">
                  <c:v>2847024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EEF2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82880"/>
            <a:ext cx="1828800" cy="182880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11–13  ·  DASC8412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2296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BI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2834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with Power Query  ·  Data Governance &amp; Lineage  ·  Executive Dashboards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" y="452628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25 March 2026   |   Powered by Power BI   |   IIE Rosebank College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Integrated Areas of Study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132588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325880"/>
            <a:ext cx="274320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371600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304288"/>
            <a:ext cx="25237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using Power Query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&amp; Merge Queries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Sales_Fact Table creation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 &amp; Year extraction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82112" y="132588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1325880"/>
            <a:ext cx="274320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55264" y="1371600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0" y="182880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2304288"/>
            <a:ext cx="25237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implementation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 documentation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roles &amp; permissions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SFIA DATM compliance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08192" y="132588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08192" y="1325880"/>
            <a:ext cx="27432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371600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0" y="182880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304288"/>
            <a:ext cx="25237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dashboard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View with drill-down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&amp; KPIs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 &amp; navigation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47548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Sales_2024.csv · Sales_2025.csv · Products.csv · Business_Performance.csv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DATA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— Power Query Steps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560320" cy="3200400"/>
          </a:xfrm>
          <a:prstGeom prst="rect">
            <a:avLst/>
          </a:prstGeom>
          <a:solidFill>
            <a:srgbClr val="EEF2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56032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719072"/>
            <a:ext cx="23408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Sales_2024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Sales_2025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Products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44368" y="2724912"/>
            <a:ext cx="32918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9232" y="257860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1143000"/>
            <a:ext cx="2560320" cy="3200400"/>
          </a:xfrm>
          <a:prstGeom prst="rect">
            <a:avLst/>
          </a:prstGeom>
          <a:solidFill>
            <a:srgbClr val="EEF2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143000"/>
            <a:ext cx="256032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1887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01568" y="1719072"/>
            <a:ext cx="23408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Queries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TotalSales column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Year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with Products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70448" y="2724912"/>
            <a:ext cx="32918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25312" y="257860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1143000"/>
            <a:ext cx="2560320" cy="3200400"/>
          </a:xfrm>
          <a:prstGeom prst="rect">
            <a:avLst/>
          </a:prstGeom>
          <a:solidFill>
            <a:srgbClr val="EEF2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143000"/>
            <a:ext cx="256032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1887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27648" y="1719072"/>
            <a:ext cx="23408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Sales_Fact table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model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set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BI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4462272"/>
            <a:ext cx="841248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507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DAX: TotalSales = Quantity × UnitPrice     |     Year extracted from Date column     |     Merge on ProductID key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 — Combined 2024 &amp; 2025 Data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24128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078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Total Sales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R357,287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7472" y="17739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transactions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32304" y="1024128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23744" y="1078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Total Sales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23744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R364,973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23744" y="17739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transactions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08576" y="1024128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0016" y="1078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0016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+2.2%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00016" y="17739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improvement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84848" y="1024128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76288" y="1078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Revenue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76288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R722,260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76288" y="17739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records total</a:t>
            </a:r>
            <a:endParaRPr lang="en-US" sz="8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256032" y="2212848"/>
          <a:ext cx="41605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2" name="Chart 1" descr=""/>
          <p:cNvGraphicFramePr/>
          <p:nvPr/>
        </p:nvGraphicFramePr>
        <p:xfrm>
          <a:off x="4663440" y="2212848"/>
          <a:ext cx="4224528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&amp; Lineage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56032" y="1371600"/>
            <a:ext cx="2788920" cy="3474720"/>
          </a:xfrm>
          <a:prstGeom prst="rect">
            <a:avLst/>
          </a:prstGeom>
          <a:solidFill>
            <a:srgbClr val="1A3070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371600"/>
            <a:ext cx="278892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Case Study: Failed BI Project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access control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21284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Unauthorised data access by junior staff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71576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documentation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96265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dictionary or lineage maps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346557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data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712464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records, conflicting KPIs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21538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462272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BI failure — PACS system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27832" y="1371600"/>
            <a:ext cx="2788920" cy="3474720"/>
          </a:xfrm>
          <a:prstGeom prst="rect">
            <a:avLst/>
          </a:prstGeom>
          <a:solidFill>
            <a:srgbClr val="1A3070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27832" y="1371600"/>
            <a:ext cx="27889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00984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Power BI Solutions Applied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37560" y="196596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Role-Level Security (RLS)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221284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Region-based row filtering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271576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 mapping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296265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→ Transform → Report flow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37560" y="346557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Roles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3712464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Member, Contributor, Viewer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37560" y="421538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refresh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37560" y="4462272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certified datasets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99632" y="1371600"/>
            <a:ext cx="2788920" cy="3474720"/>
          </a:xfrm>
          <a:prstGeom prst="rect">
            <a:avLst/>
          </a:prstGeom>
          <a:solidFill>
            <a:srgbClr val="1A3070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99632" y="1371600"/>
            <a:ext cx="278892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72784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SFIA DATM Alignment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09360" y="196596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221284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joins, no orphan keys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9360" y="271576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Lifecycle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296265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ETL steps, refresh logs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09360" y="346557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Compliance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0" y="3712464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matrix, audit trail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09360" y="421538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reviews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09360" y="4462272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data stewardship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DATA GOVERNANCE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 Map &amp; Star Schema Model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1097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1737360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Sales_2024.csv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8600" y="2331720"/>
            <a:ext cx="1737360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Sales_2025.csv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3246120"/>
            <a:ext cx="1737360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291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Products.csv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84248" y="1691640"/>
            <a:ext cx="50292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84248" y="2606040"/>
            <a:ext cx="50292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84248" y="3520440"/>
            <a:ext cx="50292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1097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42032" y="1417320"/>
            <a:ext cx="201168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33472" y="1508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Steps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51760" y="20848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1. Append Sales tables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51760" y="249631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2. Calc TotalSales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51760" y="290779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3. Extract Year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51760" y="331927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4. Merge Products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651760" y="373075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5. Load to model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2880360"/>
            <a:ext cx="4572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7249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7492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74920" y="1417320"/>
            <a:ext cx="17373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66360" y="1508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Sales_Fact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19659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OrderID (PK)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166360" y="22585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166360" y="25511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166360" y="28437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 (FK)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166360" y="31363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166360" y="34290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166360" y="37216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UnitPrice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166360" y="40142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TotalSales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830568" y="2880360"/>
            <a:ext cx="45720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03720" y="27249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315200" y="1097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15200" y="1417320"/>
            <a:ext cx="1664208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406640" y="15087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(Dim)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406640" y="20299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 (PK)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406640" y="23774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ProductName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406640" y="272491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28600" y="4663440"/>
            <a:ext cx="86868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6908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RLS Applied: Region-based row-level security  ·  Workspace Roles: Admin | Member | Contributor | Viewer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BUSINESS INTELLIGENCE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Dashboard — Page 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1965960" cy="1097280"/>
          </a:xfrm>
          <a:prstGeom prst="rect">
            <a:avLst/>
          </a:prstGeom>
          <a:solidFill>
            <a:srgbClr val="EEF2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78992"/>
            <a:ext cx="73152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143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2336" y="13990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R12.1M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02336" y="18470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12,126,953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32304" y="1078992"/>
            <a:ext cx="1965960" cy="1097280"/>
          </a:xfrm>
          <a:prstGeom prst="rect">
            <a:avLst/>
          </a:prstGeom>
          <a:solidFill>
            <a:srgbClr val="EEF2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32304" y="1078992"/>
            <a:ext cx="73152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1143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Expenses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78608" y="13990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R9.0M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78608" y="18470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9,012,848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08576" y="1078992"/>
            <a:ext cx="1965960" cy="1097280"/>
          </a:xfrm>
          <a:prstGeom prst="rect">
            <a:avLst/>
          </a:prstGeom>
          <a:solidFill>
            <a:srgbClr val="EEF2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1078992"/>
            <a:ext cx="73152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143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13990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R3.1M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54880" y="18470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3,114,105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84848" y="1078992"/>
            <a:ext cx="1965960" cy="1097280"/>
          </a:xfrm>
          <a:prstGeom prst="rect">
            <a:avLst/>
          </a:prstGeom>
          <a:solidFill>
            <a:srgbClr val="EEF2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84848" y="1078992"/>
            <a:ext cx="73152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31152" y="1143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31152" y="13990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76.6%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31152" y="18470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records</a:t>
            </a:r>
            <a:endParaRPr lang="en-US" sz="8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256032" y="2304288"/>
          <a:ext cx="43891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6" name="Chart 1" descr=""/>
          <p:cNvGraphicFramePr/>
          <p:nvPr/>
        </p:nvGraphicFramePr>
        <p:xfrm>
          <a:off x="4846320" y="2304288"/>
          <a:ext cx="40690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DAX MEASURES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DAX Formulas &amp; Interactivity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6858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15568"/>
            <a:ext cx="73152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1704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2336" y="142646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Revenue = SUM(Business_Performance[Revenue])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223760" y="1115568"/>
            <a:ext cx="171907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42048" y="1225296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R12,126,953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6032" y="2048256"/>
            <a:ext cx="6858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2048256"/>
            <a:ext cx="73152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1031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Expenses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2336" y="235915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Expenses = SUM(Business_Performance[Expenses])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23760" y="2048256"/>
            <a:ext cx="171907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42048" y="2157984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R9,012,848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56032" y="2980944"/>
            <a:ext cx="6858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980944"/>
            <a:ext cx="73152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30358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2336" y="32918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 = [Total Revenue] - [Total Expenses]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223760" y="2980944"/>
            <a:ext cx="171907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42048" y="3090672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R3,114,105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56032" y="3913632"/>
            <a:ext cx="6858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3913632"/>
            <a:ext cx="73152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39684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2336" y="422452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Satisfaction = AVERAGE(Business_Performance[CustomerSatisfaction])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223760" y="3913632"/>
            <a:ext cx="171907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42048" y="402336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76.6%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56032" y="4663440"/>
            <a:ext cx="86868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690872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Interactivity: Region Slicer  ·  Department Slicer  ·  Next ▶ Button (→ Detail Page)  ·  ◀ Back Button (→ Summary Page)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3B82F6">
              <a:alpha val="18000"/>
            </a:srgbClr>
          </a:solidFill>
          <a:ln w="12700">
            <a:solidFill>
              <a:srgbClr val="3B82F6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6400800" cy="7315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99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3990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File (.pbix)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691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model, ETL steps, dashboards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6400800" cy="7315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23134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606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steps, data model, dashboard visuals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154680"/>
            <a:ext cx="6400800" cy="7315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27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32278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Report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3520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Word/PDF with RLS, lineage, SFIA DATM alignment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4069080"/>
            <a:ext cx="6400800" cy="7315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42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51560" y="41422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Slides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4434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— professional summary of all 3 parts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IIE Rosebank College  ·  DASC8412  ·  Due: 25 March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Engineering, Governance &amp; BI Project</dc:title>
  <dc:subject>PptxGenJS Presentation</dc:subject>
  <dc:creator>Happy</dc:creator>
  <cp:lastModifiedBy>Happy</cp:lastModifiedBy>
  <cp:revision>1</cp:revision>
  <dcterms:created xsi:type="dcterms:W3CDTF">2026-03-19T09:19:35Z</dcterms:created>
  <dcterms:modified xsi:type="dcterms:W3CDTF">2026-03-19T09:19:35Z</dcterms:modified>
</cp:coreProperties>
</file>